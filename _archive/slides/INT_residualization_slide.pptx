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8F71"/>
                </a:solidFill>
                <a:latin typeface="Calibri"/>
              </a:rPr>
              <a:t>INTRINSIC TIMESCALES —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Residualising Out Head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32104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8F71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8321040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332"/>
                </a:solidFill>
                <a:latin typeface="Calibri"/>
              </a:rPr>
              <a:t>ACW-AUC is sensitive to head motion and to how many frames are censored. If the verum group moved more — or lost more frames — at ses-02, their AUC could shift for non-drug reasons and masquerade as a drug effect. We remove that before testing.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8138160" cy="1078992"/>
          </a:xfrm>
          <a:prstGeom prst="rect">
            <a:avLst/>
          </a:prstGeom>
          <a:solidFill>
            <a:srgbClr val="F2F6F8"/>
          </a:solidFill>
          <a:ln w="1270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8138160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4A6B"/>
                </a:solidFill>
                <a:latin typeface="Consolas"/>
              </a:rPr>
              <a:t>AUC_diff  ~  1  +  pcf_diff  +  pcf_sq_diff  +  mean_fd_retained_diff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777240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Δ AUC (ses-02 − ses-01) per subject × layer, regressed on  </a:t>
            </a:r>
            <a:r>
              <a:rPr sz="1100" b="1">
                <a:solidFill>
                  <a:srgbClr val="1A2332"/>
                </a:solidFill>
                <a:latin typeface="Calibri"/>
              </a:rPr>
              <a:t>Δ% censored frames</a:t>
            </a:r>
            <a:r>
              <a:rPr sz="1100" b="0">
                <a:solidFill>
                  <a:srgbClr val="5A6A7A"/>
                </a:solidFill>
                <a:latin typeface="Calibri"/>
              </a:rPr>
              <a:t>, its squared term, and  </a:t>
            </a:r>
            <a:r>
              <a:rPr sz="1100" b="1">
                <a:solidFill>
                  <a:srgbClr val="1A2332"/>
                </a:solidFill>
                <a:latin typeface="Calibri"/>
              </a:rPr>
              <a:t>Δ mean FD of retained frames</a:t>
            </a:r>
            <a:r>
              <a:rPr sz="1100" b="0">
                <a:solidFill>
                  <a:srgbClr val="5A6A7A"/>
                </a:solidFill>
                <a:latin typeface="Calibri"/>
              </a:rPr>
              <a:t>.  The residual = the leftover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3977639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8F71"/>
                </a:solidFill>
                <a:latin typeface="Calibri"/>
              </a:rPr>
              <a:t>GROUP-BLIND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02152"/>
            <a:ext cx="3977639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332"/>
                </a:solidFill>
                <a:latin typeface="Calibri"/>
              </a:rPr>
              <a:t>No drug-group term in the model, so a genuine drug effect can't be accidentally regressed away. Group is reintroduced only when testing the residuals.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3977639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6B8F71"/>
                </a:solidFill>
                <a:latin typeface="Calibri"/>
              </a:rPr>
              <a:t>CHANGES ON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02152"/>
            <a:ext cx="3977639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332"/>
                </a:solidFill>
                <a:latin typeface="Calibri"/>
              </a:rPr>
              <a:t>Outcome and covariates are all ses-02 − ses-01 differences — relating each subject's motion change to their timescale change, not absolute levels.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98848"/>
            <a:ext cx="813816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98848"/>
            <a:ext cx="7863840" cy="5029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Sensitivity check:  </a:t>
            </a:r>
            <a:r>
              <a:rPr sz="1150" b="0">
                <a:solidFill>
                  <a:srgbClr val="CFDCE8"/>
                </a:solidFill>
                <a:latin typeface="Calibri"/>
              </a:rPr>
              <a:t>raw and residualised tests run in parallel — exteroceptive self stays significant in both (~p = 0.025), so the effect survives motion correction.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